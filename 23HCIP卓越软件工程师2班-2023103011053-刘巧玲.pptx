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0" r:id="rId7"/>
    <p:sldId id="263" r:id="rId8"/>
    <p:sldId id="261" r:id="rId9"/>
    <p:sldId id="271" r:id="rId10"/>
    <p:sldId id="272" r:id="rId11"/>
    <p:sldId id="273" r:id="rId12"/>
    <p:sldId id="274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81FEB-E89A-4464-BEA2-77858F837AE9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5D503-6B86-43DE-B19C-55D186952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43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5D503-6B86-43DE-B19C-55D1869522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76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5317E-A93E-2415-7246-B6541CA8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9E81E-C4CA-14F8-AD03-08563958E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D6D069-E337-1051-9A78-47436DAF7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C7C5A-288E-A30B-8D3A-BAC22269F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5D503-6B86-43DE-B19C-55D1869522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88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AB01-99E2-392A-B103-938AA4E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56144B-F366-B6C7-1D38-E8BFE269F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8438CB-FD04-9D77-E2CB-D7A7851B9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B345AD-378E-81D2-4EA0-4280A51CE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5D503-6B86-43DE-B19C-55D18695221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19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BEAA-292F-31A8-67CB-95E04A40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4FE8CC-487B-C96E-90E1-EF072E624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50F9F1-F147-16C0-3A0C-316BCF3F3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15C56E-5EA0-64F4-6590-896410DD5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5D503-6B86-43DE-B19C-55D18695221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773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02B5-E33F-5867-6A6A-495A6678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E5EE1D-CD33-8FC3-6AD2-D7A811DF4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4562DF-BE79-FB19-3B83-5FBFA0913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8075C-A408-6CEF-9D13-9B2B19067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5D503-6B86-43DE-B19C-55D18695221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78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73152" cy="2926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Royal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B6B"/>
                </a:solidFill>
                <a:latin typeface="Microsoft YaHei"/>
              </a:defRPr>
            </a:pPr>
            <a:r>
              <a:t>基于HarmonyOS的鸿蒙音乐播放器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57600"/>
            <a:ext cx="4114800" cy="1371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C7CC"/>
                </a:solidFill>
                <a:latin typeface="Microsoft YaHei"/>
              </a:defRPr>
            </a:pPr>
            <a:r>
              <a:t>23HCIP卓越软件工程师2班  |  2023103011053  |  刘巧玲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rPr dirty="0"/>
              <a:t>HarmonyOS NEXT · </a:t>
            </a:r>
            <a:r>
              <a:rPr dirty="0" err="1"/>
              <a:t>ArkTS</a:t>
            </a:r>
            <a:r>
              <a:rPr dirty="0"/>
              <a:t> · </a:t>
            </a:r>
            <a:r>
              <a:rPr dirty="0" err="1"/>
              <a:t>ArkUI</a:t>
            </a:r>
            <a:r>
              <a:rPr dirty="0"/>
              <a:t> · </a:t>
            </a:r>
            <a:r>
              <a:rPr dirty="0" err="1"/>
              <a:t>MVVM架构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7CC"/>
                </a:solidFill>
                <a:latin typeface="Microsoft YaHei"/>
              </a:defRPr>
            </a:pPr>
            <a:r>
              <a:rPr dirty="0" err="1"/>
              <a:t>答辩</a:t>
            </a:r>
            <a:r>
              <a:rPr lang="en-US" altLang="zh-CN" dirty="0" err="1"/>
              <a:t>PPT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2 / 14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737360"/>
            <a:ext cx="365760" cy="36576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190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项目背景与选题意义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38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项目来源、市场分析与开发目标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176272"/>
            <a:ext cx="365760" cy="36576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15798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技术栈与开发环境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774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HarmonyOS生态、ArkTS语言、架构选型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615184"/>
            <a:ext cx="365760" cy="36576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9689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8163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MVVM分层架构、组件树、数据流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05409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358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功能模块概览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5526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12个页面、4大Tab、核心播放器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3493008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74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核心模块详解 —— 首页与发现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9417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Banner轮播、推荐算法、排行榜、最近播放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91363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核心模块详解 —— 搜索与音乐库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13308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热搜榜、联想搜索、歌单管理、动态Feed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4370832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35254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核心模块详解 —— 播放器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57200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音频引擎、歌词同步、播放模式、控制交互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4809744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79145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核心模块详解 —— 个人中心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01091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用户主页、歌单管理、下载管理、设置</a:t>
            </a:r>
          </a:p>
        </p:txBody>
      </p:sp>
      <p:sp>
        <p:nvSpPr>
          <p:cNvPr id="32" name="Oval 31"/>
          <p:cNvSpPr/>
          <p:nvPr/>
        </p:nvSpPr>
        <p:spPr>
          <a:xfrm>
            <a:off x="1097280" y="524865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2303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44982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MVVM数据驱动、播放引擎、组件化、深色模式</a:t>
            </a:r>
          </a:p>
        </p:txBody>
      </p:sp>
      <p:sp>
        <p:nvSpPr>
          <p:cNvPr id="35" name="Oval 34"/>
          <p:cNvSpPr/>
          <p:nvPr/>
        </p:nvSpPr>
        <p:spPr>
          <a:xfrm>
            <a:off x="1097280" y="5687568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6692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88873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Microsoft YaHei"/>
              </a:defRPr>
            </a:pPr>
            <a:r>
              <a:t>完成度分析、技术收获、未来规划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项目背景与选题意义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PROJECT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📋  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HarmonyOS是华为自主研发的国产操作系统，市场份额快速增长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当前鸿蒙生态应用数量快速增长，但高质量音乐App相对稀缺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用户对跨设备无缝流转的听歌体验需求日益增长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369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HarmonyOS NEXT (API 21) 提供全新ArkUI声明式开发范式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930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项目定位：构建一款功能完善、体验流畅的鸿蒙原生音乐App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2127" y="873252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1960" y="3703321"/>
            <a:ext cx="109728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🚀  开发目标与需求来源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需求来源：参考主流音乐App（网易云音乐、QQ音乐、Spotify），提炼核心功能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023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目标1：实现完整的5大Tab结构（发现/搜索/音乐库/播放器/个人中心）—— 共计12个页面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5838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目标2：基于AVPlayer实现完整音频播放引擎，支持4种播放模式（顺序/单曲/随机/列表循环）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1441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目标3：实现歌词逐行同步滚动、播放进度拖拽等核心交互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7044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目标4：实现搜索联想、热搜榜、歌单管理、下载管理等完整业务流程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技术栈与开发环境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🖥️  开发环境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DevEco Studio (官方IDE)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Hvigor 构建系统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HarmonyOS SDK 6.0.1(21)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369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兼容API 6.0.1(21)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93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Stage 应用模型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Windows 11 开发平台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92024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79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🔧  核心技术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ArkTS (TypeScript超集)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724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ArkUI 声明式UI框架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9" y="2980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MVVM 架构模式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32369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@Observed 响应式状态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493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AVPlayer 音频引擎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19" y="3749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Router 页面导航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8" y="192024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18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📦  工程化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8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oh-package 包管理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8" y="2724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Hypium 测试框架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8" y="2980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代码混淆 (release)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8" y="32369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Linter 静态检查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8" y="3493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安全加密规则集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8" y="3749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Git 版本控制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86400"/>
            <a:ext cx="1783080" cy="685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6235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📁  12个页面文件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5486400"/>
            <a:ext cx="1783080" cy="685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06040" y="56235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🧩  8个可复用组件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5486400"/>
            <a:ext cx="1783080" cy="685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56235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 4个数据模型层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86400"/>
            <a:ext cx="1783080" cy="685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56235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🎵  20首Mock歌曲数据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5486400"/>
            <a:ext cx="1783080" cy="685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56235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📋  10个Mock歌单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5486400"/>
            <a:ext cx="1783080" cy="685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69880" y="562356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🏷️  4个排行榜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37160" cy="9601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3B30"/>
                </a:solidFill>
                <a:latin typeface="Microsoft YaHei"/>
              </a:defRPr>
            </a:pPr>
            <a:r>
              <a:t>View 层 (Pages &amp; Components)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8483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12 Pages: Splash, Index(Home+Search+Library+Profile), Player, PlaylistDetail, SongList, SearchResult, Settings, 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042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8 Components: TabBar, MiniPlayer, BannerCarousel, SongListItem, PlaylistCard, SectionHeader, SearchBar, PlayControlBar, LyricView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07792"/>
            <a:ext cx="137160" cy="9601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Microsoft YaHei"/>
              </a:defRPr>
            </a:pPr>
            <a:r>
              <a:t>ViewModel 层 (状态管理)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5526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PlayerViewModel (@Observed singleton): 全局播放状态、当前歌曲、播放列表、播放模式、进度控制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@Provide/@Consume 跨组件状态注入，@Link/@Prop 父子双向绑定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78224"/>
            <a:ext cx="137160" cy="9601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239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C759"/>
                </a:solidFill>
                <a:latin typeface="Microsoft YaHei"/>
              </a:defRPr>
            </a:pPr>
            <a:r>
              <a:t>Model 层 (数据模型)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2569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Song (id, name, artist, album, duration, coverUrl, sourceUrl, isLiked, isDownloaded)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451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Playlist · User · Chart · Banner · HotSearch · SearchResults · Comment · LyricLine · PlayMode enum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48656"/>
            <a:ext cx="137160" cy="9601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943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500"/>
                </a:solidFill>
                <a:latin typeface="Microsoft YaHei"/>
              </a:defRPr>
            </a:pPr>
            <a:r>
              <a:t>Service 层 (基础设施)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9612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AudioPlayer: AVPlayer封装 (play/pause/resume/seek/stop) · 进度模拟fallback · 单例模式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81558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 MockData: 20首歌曲 · 10个歌单 · 4个排行榜 · 10个热搜词 · 搜索/联想算法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Microsoft YaHei"/>
              </a:defRPr>
            </a:pPr>
            <a:r>
              <a:t>架构特点：严格遵循 MVVM 分层，View 不直接操作数据，通过 ViewModel 完成状态驱动更新。AudioPlayer 与 PlayerViewModel 均为单例模式，全局唯一实例。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F75E-C7AE-2BFA-E5AB-907CD73E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D5733-444C-85CE-738F-FAB36173B3AB}"/>
              </a:ext>
            </a:extLst>
          </p:cNvPr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A68FD-F036-1B16-8613-3939E92C8220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3FFED-76D4-1BE1-0F8C-F710F61BD218}"/>
              </a:ext>
            </a:extLst>
          </p:cNvPr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核心模块详解</a:t>
            </a:r>
            <a:r>
              <a:rPr dirty="0"/>
              <a:t> — </a:t>
            </a:r>
            <a:r>
              <a:rPr dirty="0" err="1"/>
              <a:t>首页</a:t>
            </a:r>
            <a:r>
              <a:rPr lang="zh-CN" altLang="en-US" dirty="0"/>
              <a:t>与发现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70A9A0-3DD0-E82D-C61A-2273FDC5619A}"/>
              </a:ext>
            </a:extLst>
          </p:cNvPr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573FE-DB06-86DD-9687-60A325CC4672}"/>
              </a:ext>
            </a:extLst>
          </p:cNvPr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HOME &amp; DISCOVER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931C9-A3E2-18AB-1D00-9171F4CDA9D6}"/>
              </a:ext>
            </a:extLst>
          </p:cNvPr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7 / 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79BBA-6874-BC3D-D474-2E0519AF4169}"/>
              </a:ext>
            </a:extLst>
          </p:cNvPr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5BDC1-F2DD-BAFF-7D05-C469C09AE537}"/>
              </a:ext>
            </a:extLst>
          </p:cNvPr>
          <p:cNvSpPr txBox="1"/>
          <p:nvPr/>
        </p:nvSpPr>
        <p:spPr>
          <a:xfrm>
            <a:off x="6858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🎠  Banner轮播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97E35-DD07-C3A0-A122-A702EEFFA9E7}"/>
              </a:ext>
            </a:extLst>
          </p:cNvPr>
          <p:cNvSpPr txBox="1"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Swiper组件实现，支持自动播放（4秒间隔）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B75B7-56E5-7109-75C5-539E70ADDD4C}"/>
              </a:ext>
            </a:extLst>
          </p:cNvPr>
          <p:cNvSpPr txBox="1"/>
          <p:nvPr/>
        </p:nvSpPr>
        <p:spPr>
          <a:xfrm>
            <a:off x="77724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6个运营Banner位，自定义圆点指示器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521CC-275C-F20A-8B32-5C91C1405636}"/>
              </a:ext>
            </a:extLst>
          </p:cNvPr>
          <p:cNvSpPr txBox="1"/>
          <p:nvPr/>
        </p:nvSpPr>
        <p:spPr>
          <a:xfrm>
            <a:off x="77724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点击跳转歌单详情/排行榜/歌曲播放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D0089-0463-50F9-2FBB-2B84145C3FD9}"/>
              </a:ext>
            </a:extLst>
          </p:cNvPr>
          <p:cNvSpPr txBox="1"/>
          <p:nvPr/>
        </p:nvSpPr>
        <p:spPr>
          <a:xfrm>
            <a:off x="77724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资源对应：app.media 40-45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88AFB-9C62-44AB-99DC-C6D01947510F}"/>
              </a:ext>
            </a:extLst>
          </p:cNvPr>
          <p:cNvSpPr/>
          <p:nvPr/>
        </p:nvSpPr>
        <p:spPr>
          <a:xfrm>
            <a:off x="6217920" y="182880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A20BA6-4DBB-4BFE-2508-050CB2FE937D}"/>
              </a:ext>
            </a:extLst>
          </p:cNvPr>
          <p:cNvSpPr txBox="1"/>
          <p:nvPr/>
        </p:nvSpPr>
        <p:spPr>
          <a:xfrm>
            <a:off x="6446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📊  排行榜 &amp; 为你推荐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9B771-473B-5613-7419-706A6301CC5A}"/>
              </a:ext>
            </a:extLst>
          </p:cNvPr>
          <p:cNvSpPr txBox="1"/>
          <p:nvPr/>
        </p:nvSpPr>
        <p:spPr>
          <a:xfrm>
            <a:off x="653796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4大官方榜单：飙升榜/热歌榜/新歌榜/原创榜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9D7C82-E203-7EB5-2769-F224695B27A5}"/>
              </a:ext>
            </a:extLst>
          </p:cNvPr>
          <p:cNvSpPr txBox="1"/>
          <p:nvPr/>
        </p:nvSpPr>
        <p:spPr>
          <a:xfrm>
            <a:off x="653796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每个榜单展示TOP3歌曲（歌名+歌手）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E6CD39-0BD1-4796-F69E-C2584603D322}"/>
              </a:ext>
            </a:extLst>
          </p:cNvPr>
          <p:cNvSpPr txBox="1"/>
          <p:nvPr/>
        </p:nvSpPr>
        <p:spPr>
          <a:xfrm>
            <a:off x="653796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推荐歌单：横向滑动展示6个精选歌单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F08F9-0A3A-EFB7-D134-43BC42990638}"/>
              </a:ext>
            </a:extLst>
          </p:cNvPr>
          <p:cNvSpPr txBox="1"/>
          <p:nvPr/>
        </p:nvSpPr>
        <p:spPr>
          <a:xfrm>
            <a:off x="653796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热门歌单：3列Grid布局，显示播放量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188E03-B069-D279-A5DB-17B674474FD8}"/>
              </a:ext>
            </a:extLst>
          </p:cNvPr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088368-1A58-A8EB-97F6-EAA43E866454}"/>
              </a:ext>
            </a:extLst>
          </p:cNvPr>
          <p:cNvSpPr txBox="1"/>
          <p:nvPr/>
        </p:nvSpPr>
        <p:spPr>
          <a:xfrm>
            <a:off x="6858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🆕  新歌速递 &amp; 最近播放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42FFBD-B698-72FD-9AD2-EDBB260960C8}"/>
              </a:ext>
            </a:extLst>
          </p:cNvPr>
          <p:cNvSpPr txBox="1"/>
          <p:nvPr/>
        </p:nvSpPr>
        <p:spPr>
          <a:xfrm>
            <a:off x="77724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新歌速递：展示最新6首歌曲（带序号+封面）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76EBFD-52D2-377C-2D85-AA97ED8BC251}"/>
              </a:ext>
            </a:extLst>
          </p:cNvPr>
          <p:cNvSpPr txBox="1"/>
          <p:nvPr/>
        </p:nvSpPr>
        <p:spPr>
          <a:xfrm>
            <a:off x="777240" y="4828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最近播放：记录最近10首听歌历史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AD960-4F62-029A-A331-28B2A177B6E9}"/>
              </a:ext>
            </a:extLst>
          </p:cNvPr>
          <p:cNvSpPr txBox="1"/>
          <p:nvPr/>
        </p:nvSpPr>
        <p:spPr>
          <a:xfrm>
            <a:off x="777240" y="50840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支持一键续播，从当前点击歌曲开始播放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7CA2C0-6CB8-42A0-CF6E-906DB5936574}"/>
              </a:ext>
            </a:extLst>
          </p:cNvPr>
          <p:cNvSpPr txBox="1"/>
          <p:nvPr/>
        </p:nvSpPr>
        <p:spPr>
          <a:xfrm>
            <a:off x="777240" y="53400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复用 SongListItem 组件，保持UI一致性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D13179-EAAD-B505-F675-3FCD7FE4AD3B}"/>
              </a:ext>
            </a:extLst>
          </p:cNvPr>
          <p:cNvSpPr/>
          <p:nvPr/>
        </p:nvSpPr>
        <p:spPr>
          <a:xfrm>
            <a:off x="621792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30D43C-4E26-7B90-94C4-3961940C7B24}"/>
              </a:ext>
            </a:extLst>
          </p:cNvPr>
          <p:cNvSpPr txBox="1"/>
          <p:nvPr/>
        </p:nvSpPr>
        <p:spPr>
          <a:xfrm>
            <a:off x="644652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🧩  首页技术实现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4EC72-6F6F-75D1-BEC3-C6DDAE6A5DA3}"/>
              </a:ext>
            </a:extLst>
          </p:cNvPr>
          <p:cNvSpPr txBox="1"/>
          <p:nvPr/>
        </p:nvSpPr>
        <p:spPr>
          <a:xfrm>
            <a:off x="653796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Scroll垂直滚动容器 + 内嵌横向Scroll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8DE6D9-EE8D-DBE6-7C97-81780819C4B4}"/>
              </a:ext>
            </a:extLst>
          </p:cNvPr>
          <p:cNvSpPr txBox="1"/>
          <p:nvPr/>
        </p:nvSpPr>
        <p:spPr>
          <a:xfrm>
            <a:off x="6537960" y="4828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SectionHeader 组件复用，统一模块标题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E32CF8-EE85-598B-FCD8-8181CA86ECC6}"/>
              </a:ext>
            </a:extLst>
          </p:cNvPr>
          <p:cNvSpPr txBox="1"/>
          <p:nvPr/>
        </p:nvSpPr>
        <p:spPr>
          <a:xfrm>
            <a:off x="6537960" y="50840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数据源：MockData层提供（getRecommendedPlaylists等）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CE2F17-AFCF-6EED-4715-5DFED9E55DC5}"/>
              </a:ext>
            </a:extLst>
          </p:cNvPr>
          <p:cNvSpPr txBox="1"/>
          <p:nvPr/>
        </p:nvSpPr>
        <p:spPr>
          <a:xfrm>
            <a:off x="6537960" y="53400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点击事件链：首页 → 歌单详情 → 播放器/歌曲列表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D53BCDC-2F76-C787-75AF-50EF7C885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464" y="1280161"/>
            <a:ext cx="2688496" cy="48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核心模块详解</a:t>
            </a:r>
            <a:r>
              <a:rPr dirty="0"/>
              <a:t> — </a:t>
            </a:r>
            <a:r>
              <a:rPr dirty="0" err="1"/>
              <a:t>搜索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SEARCH &amp;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8 / 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05600" y="1773936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📋  搜索数据流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getSearchSuggestions()：小写匹配 + 去重 + Top8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searchSongs()：匹配歌名/歌手/专辑（大小写不敏感）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MockData包含20首中文经典歌曲数据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搜索结果页支持分类切换（综合/歌曲/歌手/专辑/歌单）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01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点击歌曲 → 播放器（带完整播放列表）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2062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📁  搜索页技术细节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Flex流式布局实现搜索历史标签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0109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条件渲染：默认视图 / 联想视图 / 结果视图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669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@Link/@Prop实现搜索值与SearchBar双向绑定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522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History自动去重（重复词移到最前）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2292C4B-85A3-300A-BD0B-615BAD99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12" y="1645920"/>
            <a:ext cx="2635536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功能模块概览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FEATURE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6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74193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Microsoft YaHei"/>
              </a:defRPr>
            </a:pPr>
            <a:r>
              <a:rPr lang="zh-CN" altLang="en-US" dirty="0"/>
              <a:t>动态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248400" y="2340864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7680" y="226314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▸</a:t>
            </a:r>
            <a:r>
              <a:rPr lang="zh-CN" altLang="zh-CN" sz="1100" dirty="0"/>
              <a:t>“动态”Tab下，展示用户关注或推荐的内容。顶部有“动态”、“发现”、“搜索”、“我的”等标签页，说明当前处在</a:t>
            </a:r>
            <a:endParaRPr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487680" y="3213556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▸</a:t>
            </a:r>
            <a:r>
              <a:rPr lang="zh-CN" altLang="zh-CN" sz="1100" dirty="0"/>
              <a:t>每个动态下面同时显示</a:t>
            </a:r>
            <a:r>
              <a:rPr lang="zh-CN" altLang="zh-CN" sz="1100" b="1" dirty="0"/>
              <a:t>分享次数</a:t>
            </a:r>
            <a:r>
              <a:rPr lang="zh-CN" altLang="zh-CN" sz="1100" dirty="0"/>
              <a:t>和</a:t>
            </a:r>
            <a:r>
              <a:rPr lang="zh-CN" altLang="zh-CN" sz="1100" b="1" dirty="0"/>
              <a:t>点赞/喜欢数</a:t>
            </a:r>
            <a:r>
              <a:rPr lang="zh-CN" altLang="zh-CN" sz="1100" dirty="0"/>
              <a:t>，说明平台重视内容传播与用户认可度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279182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▸</a:t>
            </a:r>
            <a:r>
              <a:rPr lang="zh-CN" altLang="zh-CN" sz="1100" dirty="0"/>
              <a:t>用户通过“文字+歌曲推荐”的方式分享音乐心情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487680" y="387705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▸</a:t>
            </a:r>
            <a:r>
              <a:rPr lang="zh-CN" altLang="zh-CN" sz="1100" dirty="0"/>
              <a:t>内容偏向</a:t>
            </a:r>
            <a:r>
              <a:rPr lang="zh-CN" altLang="zh-CN" sz="1100" b="1" dirty="0"/>
              <a:t>情感表达、回忆、治愈、励志</a:t>
            </a:r>
            <a:r>
              <a:rPr lang="zh-CN" altLang="zh-CN" sz="1100" dirty="0"/>
              <a:t>，氛围感强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FBB9237F-D8BB-0692-CC1B-54F54ABF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747" y="234188"/>
            <a:ext cx="3340265" cy="59926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52702-69DF-D12C-E3BA-FD98474C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A34AE-37C6-C343-7F9B-F4FD014C3455}"/>
              </a:ext>
            </a:extLst>
          </p:cNvPr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204167-2C1A-28CA-28E9-0E4391577D2F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3298B4-DED7-40F4-2A56-32EE95D87D6E}"/>
              </a:ext>
            </a:extLst>
          </p:cNvPr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功能模块概览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4ADE5-1894-5A21-57E1-A7F04362ADEA}"/>
              </a:ext>
            </a:extLst>
          </p:cNvPr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7A9AE-AF11-E095-3221-FA5F034BCA08}"/>
              </a:ext>
            </a:extLst>
          </p:cNvPr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FEATURE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2A3F0-7972-DF1F-1426-2E7F93B5AF55}"/>
              </a:ext>
            </a:extLst>
          </p:cNvPr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6 / 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D912E-7862-895A-7D90-21AC057231A9}"/>
              </a:ext>
            </a:extLst>
          </p:cNvPr>
          <p:cNvSpPr txBox="1"/>
          <p:nvPr/>
        </p:nvSpPr>
        <p:spPr>
          <a:xfrm>
            <a:off x="6858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A8B2CD-39E0-E680-B7A9-E16F0B840576}"/>
              </a:ext>
            </a:extLst>
          </p:cNvPr>
          <p:cNvSpPr txBox="1"/>
          <p:nvPr/>
        </p:nvSpPr>
        <p:spPr>
          <a:xfrm>
            <a:off x="731520" y="174193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Microsoft YaHei"/>
              </a:defRPr>
            </a:pPr>
            <a:r>
              <a:rPr dirty="0"/>
              <a:t>🔍  </a:t>
            </a:r>
            <a:r>
              <a:rPr lang="zh-CN" altLang="en-US" dirty="0"/>
              <a:t>我的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653B19-D647-DB08-0884-3DA9CE1CB768}"/>
              </a:ext>
            </a:extLst>
          </p:cNvPr>
          <p:cNvSpPr/>
          <p:nvPr/>
        </p:nvSpPr>
        <p:spPr>
          <a:xfrm>
            <a:off x="6248400" y="2340864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B031F0-79F0-0CF3-93FF-04BDB91FB58E}"/>
              </a:ext>
            </a:extLst>
          </p:cNvPr>
          <p:cNvSpPr txBox="1"/>
          <p:nvPr/>
        </p:nvSpPr>
        <p:spPr>
          <a:xfrm>
            <a:off x="497304" y="2263139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音乐流媒体App（含播客、笔记功能）</a:t>
            </a:r>
            <a:endParaRPr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B1BC5F-6179-47A8-5D32-6D78496C463B}"/>
              </a:ext>
            </a:extLst>
          </p:cNvPr>
          <p:cNvSpPr txBox="1"/>
          <p:nvPr/>
        </p:nvSpPr>
        <p:spPr>
          <a:xfrm>
            <a:off x="487681" y="3813825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有VIP、等级、徽章系统</a:t>
            </a:r>
            <a:endParaRPr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36E9B7-3ADC-E88A-041B-F68707C4CD4A}"/>
              </a:ext>
            </a:extLst>
          </p:cNvPr>
          <p:cNvSpPr txBox="1"/>
          <p:nvPr/>
        </p:nvSpPr>
        <p:spPr>
          <a:xfrm>
            <a:off x="497305" y="3042663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听歌、创建歌单、发布笔记/动态</a:t>
            </a:r>
            <a:endParaRPr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252227-3303-C395-DC39-5053FED6CD9D}"/>
              </a:ext>
            </a:extLst>
          </p:cNvPr>
          <p:cNvSpPr txBox="1"/>
          <p:nvPr/>
        </p:nvSpPr>
        <p:spPr>
          <a:xfrm>
            <a:off x="497305" y="4593348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关注/粉丝、动态/笔记发布</a:t>
            </a:r>
            <a:r>
              <a:rPr sz="2000" dirty="0"/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0A769C-E767-8405-DB9F-3FDB1BBEFE0B}"/>
              </a:ext>
            </a:extLst>
          </p:cNvPr>
          <p:cNvSpPr txBox="1"/>
          <p:nvPr/>
        </p:nvSpPr>
        <p:spPr>
          <a:xfrm>
            <a:off x="68580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D98E8F-5F81-EB68-F038-2E4E111C3006}"/>
              </a:ext>
            </a:extLst>
          </p:cNvPr>
          <p:cNvSpPr txBox="1"/>
          <p:nvPr/>
        </p:nvSpPr>
        <p:spPr>
          <a:xfrm>
            <a:off x="64465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879BC92-068B-5986-6E91-AA7C9DA76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87817"/>
            <a:ext cx="3169002" cy="568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17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93E9E-F72F-8A40-6740-1E153FC7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7CF456-0A97-B1C4-82C1-5B5CA0891A39}"/>
              </a:ext>
            </a:extLst>
          </p:cNvPr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5DEE8D-5DE2-E4EF-AED7-94063610A221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71A23-0E05-7408-25AA-75C09EDB8675}"/>
              </a:ext>
            </a:extLst>
          </p:cNvPr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功能模块概览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8E47D9-9BD7-1C7F-B905-4F02B40DA769}"/>
              </a:ext>
            </a:extLst>
          </p:cNvPr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0AAC8-D41C-3B30-A791-3F9A4869A1FA}"/>
              </a:ext>
            </a:extLst>
          </p:cNvPr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FEATURE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26A2A-CD02-C169-263F-3C98AD62F3FC}"/>
              </a:ext>
            </a:extLst>
          </p:cNvPr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6 / 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738D0-5497-5705-E80D-C9CC43A38901}"/>
              </a:ext>
            </a:extLst>
          </p:cNvPr>
          <p:cNvSpPr txBox="1"/>
          <p:nvPr/>
        </p:nvSpPr>
        <p:spPr>
          <a:xfrm>
            <a:off x="6858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B020E-8F15-BDB6-CCF5-709BB56B9A54}"/>
              </a:ext>
            </a:extLst>
          </p:cNvPr>
          <p:cNvSpPr txBox="1"/>
          <p:nvPr/>
        </p:nvSpPr>
        <p:spPr>
          <a:xfrm>
            <a:off x="731520" y="174193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Microsoft YaHei"/>
              </a:defRPr>
            </a:pPr>
            <a:r>
              <a:rPr dirty="0"/>
              <a:t>🔍  </a:t>
            </a:r>
            <a:r>
              <a:rPr lang="zh-CN" altLang="en-US" dirty="0"/>
              <a:t>详情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ECA1C1-1BAA-0100-9353-E7EB7592ECD0}"/>
              </a:ext>
            </a:extLst>
          </p:cNvPr>
          <p:cNvSpPr/>
          <p:nvPr/>
        </p:nvSpPr>
        <p:spPr>
          <a:xfrm>
            <a:off x="6248400" y="2340864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542AF6-32FF-4555-A189-EFE34AE0E834}"/>
              </a:ext>
            </a:extLst>
          </p:cNvPr>
          <p:cNvSpPr txBox="1"/>
          <p:nvPr/>
        </p:nvSpPr>
        <p:spPr>
          <a:xfrm>
            <a:off x="487680" y="2263140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歌单名称 + 创建者 + 播放量/歌曲数 + 描述文案</a:t>
            </a:r>
            <a:endParaRPr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4C2E1-DFD5-648A-1ADD-4691109539EB}"/>
              </a:ext>
            </a:extLst>
          </p:cNvPr>
          <p:cNvSpPr txBox="1"/>
          <p:nvPr/>
        </p:nvSpPr>
        <p:spPr>
          <a:xfrm>
            <a:off x="487680" y="2976366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 </a:t>
            </a:r>
            <a:r>
              <a:rPr lang="zh-CN" altLang="zh-CN" sz="2000" dirty="0"/>
              <a:t>“播放全部”主按钮 + 右侧三按钮（猜测：下载、分享、更多）</a:t>
            </a:r>
            <a:endParaRPr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E3FEDC-C9E5-6EA0-6C29-CABEEC5C1C6C}"/>
              </a:ext>
            </a:extLst>
          </p:cNvPr>
          <p:cNvSpPr txBox="1"/>
          <p:nvPr/>
        </p:nvSpPr>
        <p:spPr>
          <a:xfrm>
            <a:off x="457200" y="4291875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  </a:t>
            </a:r>
            <a:r>
              <a:rPr lang="zh-CN" altLang="en-US" sz="2000" dirty="0"/>
              <a:t>序号</a:t>
            </a:r>
            <a:r>
              <a:rPr lang="en-US" altLang="zh-CN" sz="2000" dirty="0"/>
              <a:t>.</a:t>
            </a:r>
            <a:r>
              <a:rPr lang="zh-CN" altLang="en-US" sz="2000" dirty="0"/>
              <a:t>歌手</a:t>
            </a:r>
            <a:r>
              <a:rPr lang="en-US" altLang="zh-CN" sz="2000" dirty="0"/>
              <a:t>-</a:t>
            </a:r>
            <a:r>
              <a:rPr lang="zh-CN" altLang="en-US" sz="2000" dirty="0"/>
              <a:t>专辑</a:t>
            </a:r>
            <a:endParaRPr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548D1F-7BCF-DA14-EA45-E0817133687E}"/>
              </a:ext>
            </a:extLst>
          </p:cNvPr>
          <p:cNvSpPr txBox="1"/>
          <p:nvPr/>
        </p:nvSpPr>
        <p:spPr>
          <a:xfrm>
            <a:off x="457200" y="3778704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播放控制栏或相关推荐</a:t>
            </a:r>
            <a:endParaRPr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A7D70C-BE66-98A7-23FC-6E633BFB0E58}"/>
              </a:ext>
            </a:extLst>
          </p:cNvPr>
          <p:cNvSpPr txBox="1"/>
          <p:nvPr/>
        </p:nvSpPr>
        <p:spPr>
          <a:xfrm>
            <a:off x="68580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6BB8F3-B137-6B63-89C5-7B8CD7738D5A}"/>
              </a:ext>
            </a:extLst>
          </p:cNvPr>
          <p:cNvSpPr txBox="1"/>
          <p:nvPr/>
        </p:nvSpPr>
        <p:spPr>
          <a:xfrm>
            <a:off x="64465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547BAC-DF63-88E3-1E28-CA64D0EB9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629" y="620836"/>
            <a:ext cx="3130501" cy="561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4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1321-5D3E-46CC-E389-8F591F62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7191DE-BE0C-408A-6516-2ED687D763EC}"/>
              </a:ext>
            </a:extLst>
          </p:cNvPr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8F6A6F-3E6E-AFB5-6E86-2606EA295680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80FB7-501A-CE42-859A-D6B36A12C550}"/>
              </a:ext>
            </a:extLst>
          </p:cNvPr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功能模块概览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113D0-99A5-02B7-5E62-666C145745EA}"/>
              </a:ext>
            </a:extLst>
          </p:cNvPr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E94FF-59E4-002D-0F6E-5BC70B1D7E7E}"/>
              </a:ext>
            </a:extLst>
          </p:cNvPr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FEATURE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F5316-110C-650C-606D-CDB65D80F759}"/>
              </a:ext>
            </a:extLst>
          </p:cNvPr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rPr dirty="0"/>
              <a:t>6 / 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41F55-B333-9323-6EB8-8785BFDF9B5E}"/>
              </a:ext>
            </a:extLst>
          </p:cNvPr>
          <p:cNvSpPr txBox="1"/>
          <p:nvPr/>
        </p:nvSpPr>
        <p:spPr>
          <a:xfrm>
            <a:off x="6858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9FFBD-72D5-AE84-A795-8E9764E3348C}"/>
              </a:ext>
            </a:extLst>
          </p:cNvPr>
          <p:cNvSpPr txBox="1"/>
          <p:nvPr/>
        </p:nvSpPr>
        <p:spPr>
          <a:xfrm>
            <a:off x="731520" y="174193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Microsoft YaHei"/>
              </a:defRPr>
            </a:pPr>
            <a:r>
              <a:rPr dirty="0"/>
              <a:t>🔍  </a:t>
            </a:r>
            <a:r>
              <a:rPr lang="zh-CN" altLang="en-US" dirty="0"/>
              <a:t>详情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45A720-745B-2DBF-819C-1F8C24A20EB9}"/>
              </a:ext>
            </a:extLst>
          </p:cNvPr>
          <p:cNvSpPr/>
          <p:nvPr/>
        </p:nvSpPr>
        <p:spPr>
          <a:xfrm>
            <a:off x="6248400" y="2340864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681167-A3CA-8C53-DA4B-373F711D6C3F}"/>
              </a:ext>
            </a:extLst>
          </p:cNvPr>
          <p:cNvSpPr txBox="1"/>
          <p:nvPr/>
        </p:nvSpPr>
        <p:spPr>
          <a:xfrm>
            <a:off x="487680" y="2263140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播放模式图标清晰表达当前状态</a:t>
            </a:r>
            <a:endParaRPr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B9AC2D-26B9-ACF4-3DB8-24DF785AF169}"/>
              </a:ext>
            </a:extLst>
          </p:cNvPr>
          <p:cNvSpPr txBox="1"/>
          <p:nvPr/>
        </p:nvSpPr>
        <p:spPr>
          <a:xfrm>
            <a:off x="487680" y="2976366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核心播放/暂停按钮突出（推测实际UI中尺寸最大）</a:t>
            </a:r>
            <a:endParaRPr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74A4A-D1C0-3BD3-7130-941ABBC6CF47}"/>
              </a:ext>
            </a:extLst>
          </p:cNvPr>
          <p:cNvSpPr txBox="1"/>
          <p:nvPr/>
        </p:nvSpPr>
        <p:spPr>
          <a:xfrm>
            <a:off x="457200" y="4291875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  </a:t>
            </a:r>
            <a:r>
              <a:rPr lang="zh-CN" altLang="zh-CN" sz="2000" dirty="0"/>
              <a:t>播放模式 + 控制按钮组 + 更多操作</a:t>
            </a:r>
            <a:endParaRPr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BCE81-2C8B-ABDB-12B4-84E86FC99B1F}"/>
              </a:ext>
            </a:extLst>
          </p:cNvPr>
          <p:cNvSpPr txBox="1"/>
          <p:nvPr/>
        </p:nvSpPr>
        <p:spPr>
          <a:xfrm>
            <a:off x="457200" y="3778704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当前歌词展示（滚动或静态）</a:t>
            </a:r>
            <a:endParaRPr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112AB1-DEB1-F1A9-A22A-0CAAF39B7593}"/>
              </a:ext>
            </a:extLst>
          </p:cNvPr>
          <p:cNvSpPr txBox="1"/>
          <p:nvPr/>
        </p:nvSpPr>
        <p:spPr>
          <a:xfrm>
            <a:off x="68580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2B275C-CC18-3FE9-58EC-262516EACFBD}"/>
              </a:ext>
            </a:extLst>
          </p:cNvPr>
          <p:cNvSpPr txBox="1"/>
          <p:nvPr/>
        </p:nvSpPr>
        <p:spPr>
          <a:xfrm>
            <a:off x="64465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857BD50-21FA-3EB8-9A4F-C74DA49FF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55" y="551763"/>
            <a:ext cx="3207503" cy="575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4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CED9-4476-216E-F4FD-AABE4EB3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C0539C-C6E8-F5A4-0C72-65924377771D}"/>
              </a:ext>
            </a:extLst>
          </p:cNvPr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D1574-70E2-F9B6-061C-571370DABFA2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EE6C3-E743-1E70-0613-6CB22021DFC6}"/>
              </a:ext>
            </a:extLst>
          </p:cNvPr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功能模块概览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F5D4C-2791-A86F-B61F-8B27A1375B22}"/>
              </a:ext>
            </a:extLst>
          </p:cNvPr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D5162-03A8-2A52-73F0-97EEFC4F079D}"/>
              </a:ext>
            </a:extLst>
          </p:cNvPr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FEATURE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BD710-3896-C10F-A38E-6C15CE8E3965}"/>
              </a:ext>
            </a:extLst>
          </p:cNvPr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6 / 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C4D1D-5644-633D-F23D-184F64264597}"/>
              </a:ext>
            </a:extLst>
          </p:cNvPr>
          <p:cNvSpPr txBox="1"/>
          <p:nvPr/>
        </p:nvSpPr>
        <p:spPr>
          <a:xfrm>
            <a:off x="6858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3C13B5-02C6-B230-0A87-66892B809636}"/>
              </a:ext>
            </a:extLst>
          </p:cNvPr>
          <p:cNvSpPr txBox="1"/>
          <p:nvPr/>
        </p:nvSpPr>
        <p:spPr>
          <a:xfrm>
            <a:off x="731520" y="174193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  <a:latin typeface="Microsoft YaHei"/>
              </a:defRPr>
            </a:pPr>
            <a:r>
              <a:rPr dirty="0"/>
              <a:t>🔍  </a:t>
            </a:r>
            <a:r>
              <a:rPr lang="zh-CN" altLang="en-US" dirty="0"/>
              <a:t>详情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EA3EE6-55A8-BEC9-8ACE-878A5BBC6D1F}"/>
              </a:ext>
            </a:extLst>
          </p:cNvPr>
          <p:cNvSpPr/>
          <p:nvPr/>
        </p:nvSpPr>
        <p:spPr>
          <a:xfrm>
            <a:off x="6248400" y="2340864"/>
            <a:ext cx="548640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BCA1A-D86C-07F6-7205-1C16FBA1BB2B}"/>
              </a:ext>
            </a:extLst>
          </p:cNvPr>
          <p:cNvSpPr txBox="1"/>
          <p:nvPr/>
        </p:nvSpPr>
        <p:spPr>
          <a:xfrm>
            <a:off x="487680" y="2263140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/>
              <a:t>展示主题歌单</a:t>
            </a:r>
            <a:endParaRPr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F303C-22A3-6B01-8135-604E0C2200B8}"/>
              </a:ext>
            </a:extLst>
          </p:cNvPr>
          <p:cNvSpPr txBox="1"/>
          <p:nvPr/>
        </p:nvSpPr>
        <p:spPr>
          <a:xfrm>
            <a:off x="487680" y="2976366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>
                <a:solidFill>
                  <a:srgbClr val="1A1A1A"/>
                </a:solidFill>
                <a:latin typeface="Microsoft YaHei"/>
              </a:rPr>
              <a:t>提供批量播放入口（播放全部）</a:t>
            </a:r>
          </a:p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endParaRPr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73230B-0986-59F9-144A-53A3E62D010C}"/>
              </a:ext>
            </a:extLst>
          </p:cNvPr>
          <p:cNvSpPr txBox="1"/>
          <p:nvPr/>
        </p:nvSpPr>
        <p:spPr>
          <a:xfrm>
            <a:off x="457200" y="4291875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>
                <a:solidFill>
                  <a:srgbClr val="1A1A1A"/>
                </a:solidFill>
                <a:latin typeface="Microsoft YaHei"/>
              </a:rPr>
              <a:t>通过标签辅助筛选/分类（#民谣 #吉他）</a:t>
            </a:r>
          </a:p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endParaRPr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97B91B-E511-138C-700F-6ACC62291818}"/>
              </a:ext>
            </a:extLst>
          </p:cNvPr>
          <p:cNvSpPr txBox="1"/>
          <p:nvPr/>
        </p:nvSpPr>
        <p:spPr>
          <a:xfrm>
            <a:off x="457200" y="3778704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2000" dirty="0"/>
              <a:t>▸</a:t>
            </a:r>
            <a:r>
              <a:rPr lang="zh-CN" altLang="zh-CN" sz="2000" dirty="0">
                <a:solidFill>
                  <a:srgbClr val="1A1A1A"/>
                </a:solidFill>
                <a:latin typeface="Microsoft YaHei"/>
              </a:rPr>
              <a:t>支持单曲浏览与选择（歌曲列表</a:t>
            </a:r>
            <a:endParaRPr sz="2000" dirty="0">
              <a:solidFill>
                <a:srgbClr val="1A1A1A"/>
              </a:solidFill>
              <a:latin typeface="Microsoft YaHe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3691DE-9E24-DF04-4F1D-EDC9B27884CA}"/>
              </a:ext>
            </a:extLst>
          </p:cNvPr>
          <p:cNvSpPr txBox="1"/>
          <p:nvPr/>
        </p:nvSpPr>
        <p:spPr>
          <a:xfrm>
            <a:off x="68580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4D5358-8AA3-6F79-D356-D286D38C65F5}"/>
              </a:ext>
            </a:extLst>
          </p:cNvPr>
          <p:cNvSpPr txBox="1"/>
          <p:nvPr/>
        </p:nvSpPr>
        <p:spPr>
          <a:xfrm>
            <a:off x="64465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F34638-4E52-AD90-5856-2FE4BC316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389" y="457200"/>
            <a:ext cx="3263397" cy="586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1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核心模块详解 — 播放器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7CC"/>
                </a:solidFill>
                <a:latin typeface="Microsoft YaHei"/>
              </a:defRPr>
            </a:pPr>
            <a:r>
              <a:t>PLAYER — 最核心的交互模块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rPr dirty="0"/>
              <a:t>🔊  </a:t>
            </a:r>
            <a:r>
              <a:rPr dirty="0" err="1"/>
              <a:t>音频引擎</a:t>
            </a:r>
            <a:r>
              <a:rPr dirty="0"/>
              <a:t> </a:t>
            </a:r>
            <a:r>
              <a:rPr dirty="0" err="1"/>
              <a:t>AudioPlayer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7240" y="2475017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●  </a:t>
            </a:r>
            <a:r>
              <a:rPr dirty="0" err="1"/>
              <a:t>基于AVPlayer封装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单例模式，全局唯一播放实例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809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核心API：play/pause/resume/stop/seek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36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进度回调：onProgress (1秒轮询)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完成回调：onComplete → 自动下一首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Fallback：播放失败时模拟进度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92024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🎛️  PlayerViewModel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@Observed响应式状态管理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24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playSong(歌曲, 列表, 索引) 统一入口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9809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4种播放模式智能化切换：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236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  · 顺序播放 → 列表末尾停止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493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  · 单曲循环 → 自动从头播放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  · 随机播放 → 避免连续重复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050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  · 列表循环 → 循环切换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92024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🎨  播放器UI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深色渐变背景（4色渐变）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724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大图专辑封面（240px圆形+旋转动画）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9809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可拖拽Slider进度条 + 时长显示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236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点击专辑图 ↔ 歌词视图切换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493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底部操作栏：收藏/下载/评论/分享/更多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播放模式图标+文字实时显示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06240"/>
            <a:ext cx="576072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📝  歌词系统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754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数据层：LyricLine { time: ms, text: string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010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MOCK_LYRICS：3首歌曲完整歌词数据（晴天/七里香/光年之外）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669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LyricView组件：List滚动 + 当前行高亮（PRIMARY色）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229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getCurrentLineIndex()：二分查找定位当前歌词行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79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预留顶部40%和底部60%空白实现居中显示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0624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🎮  交互细节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前3秒内点击上一首 → 重新播放当前歌曲（而非切歌）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0109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进度Slider范围0-100，通过 getProgress() 计算映射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2669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like状态双向绑定（PlayerViewModel ↔ SongModel）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522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MiniPlayer悬浮条：首页可见当前播放，快速打开播放器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779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播放模式循环切换：4个mode → togglePlayMode() → 图标联动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核心模块详解 — 个人中心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PROFILE &amp;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👤  个人主页 ProfilePage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顶部：背景图（带暗色遮罩渐变）+ 头像+用户信息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VIP等级显示（Lv.5）+ 徽章系统（2枚）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数据卡片：周报(3) / 关注(128) / 粉丝(256)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听歌时长统计（76小时）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Tab切换：最近/本地/VIP/会员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📋  歌单与动态管理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用户自建歌单列表（横向Row布局，封面+歌名+歌曲数）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内容分类Tab：音乐/播客/笔记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听歌排行入口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装扮入口（个性化设置）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01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Feed推荐流：作者推荐+内容卡片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⚙️  设置中心 SettingsPage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账号管理：个人资料/账号安全/隐私设置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显示与外观：主题切换（跟随系统/浅色/深色）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75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存储与缓存：清理缓存（128.5MB）/下载位置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31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关于：版本信息(v1.0.0)/用户协议/隐私政策/开源许可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87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退出登录：带确认弹窗（取消/确定）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148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251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📥  下载管理 DownloadsPage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筛选已下载歌曲（isDownloaded: true）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919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编辑模式：Checkbox多选 + 批量删除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175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统计信息：歌曲数量 + 总占用空间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31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点击播放 → 跳转播放器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687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空状态：图标+提示文案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技术亮点与创新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TECHNICAL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🎯  MVVM数据驱动架构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⚡  View </a:t>
            </a:r>
            <a:r>
              <a:rPr dirty="0" err="1"/>
              <a:t>不持有业务逻辑，通过PlayerViewModel统一管理播放状态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@Observed + @Provide/@Consume实现全局响应式数据流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66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状态变化自动触发UI更新，无需手动setState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🔊  完整音频播放引擎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AVPlayer二次封装，支持play/pause/resume/stop/seek全生命周期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50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4种播放模式 + 智能切歌逻辑（前3秒不跳歌、随机避免重复）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066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双层容错：AVPlayer失败自动切换到模拟进度Fallback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626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单例模式确保全局唯一播放实例，避免多实例冲突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📝  歌词同步系统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LyricLine数据结构：精确到毫秒的时间戳映射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965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getCurrentLineIndex() 逐行查找算法，根据播放进度定位当前行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52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当前行：PRIMARY色高亮 + 字号放大 + 动画过渡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085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List滚动容器实现完整歌词展示，点击切换专辑图/歌词视图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9184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🧩  组件化设计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4048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⚡  8个可复用组件：TabBar/</a:t>
            </a:r>
            <a:r>
              <a:rPr dirty="0" err="1"/>
              <a:t>PlayControlBar</a:t>
            </a:r>
            <a:r>
              <a:rPr dirty="0"/>
              <a:t>/</a:t>
            </a:r>
            <a:r>
              <a:rPr dirty="0" err="1"/>
              <a:t>LyricView</a:t>
            </a:r>
            <a:r>
              <a:rPr lang="zh-CN" altLang="en-US" dirty="0"/>
              <a:t>等等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446520" y="41422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⚡  </a:t>
            </a:r>
            <a:r>
              <a:rPr dirty="0" err="1"/>
              <a:t>组件可在任意页面独立使用，降低耦合度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446520" y="44089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⚡  </a:t>
            </a:r>
            <a:r>
              <a:rPr dirty="0" err="1"/>
              <a:t>统一的Constants设计系统：Colors</a:t>
            </a:r>
            <a:r>
              <a:rPr dirty="0"/>
              <a:t>/Dimensions/</a:t>
            </a:r>
            <a:r>
              <a:rPr dirty="0" err="1"/>
              <a:t>PlayMode</a:t>
            </a:r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457200" y="493776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🎨  设计系统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Colors类：13组颜色常量（primary/background/text/card/tab等）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424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Dimensions类：25组尺寸常量（间距/圆角/字号/组件高度）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984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支持深色模式配置文件（dark/element/color.json）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54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Player渐变背景：4色渐变营造沉浸式体验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93776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5074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🔒  工程化保障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86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代码安全：13条加密安全规则（禁止不安全的AES/RSA/SHA等）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7424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性能检查：@performance/recommended规则集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9984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代码风格：@typescript-eslint/recommended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6254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⚡  测试框架：Hypium (describe/it/expect API)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457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SUMMARY &amp;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7C7CC"/>
                </a:solidFill>
                <a:latin typeface="Microsoft YaHei"/>
              </a:defRPr>
            </a:pPr>
            <a: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✅  项目完成情况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✅ 完整实现4个主Tab + 1个独立播放器页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✅ 总计12个页面，代码量约3500+行ArkTS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✅ 8个复用组件 + 4个数据模型层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✅ 完整的MVVM架构（View/ViewModel/Model/Service）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✅ Mock数据集：20首歌曲/10个歌单/4个排行榜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✅ 4种播放模式 + 歌词同步系统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📈  技术收获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🚀 掌握HarmonyOS ArkTS + ArkUI声明式开发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🏗️ 深入理解MVVM架构在实际项目中的应用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95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🔊 实践了AVPlayer音频引擎的封装与使用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45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🧩 提高了组件化设计与复用能力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01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🎨 系统学习了HarmonyOS Stage模型应用开发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657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🔒 建立了代码安全与工程化的规范意识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11556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Microsoft YaHei"/>
              </a:defRPr>
            </a:pPr>
            <a:r>
              <a:t>🔮  未来展望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接入真实API：对接音乐平台Open API（如网易云音乐API），替换Mock数据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1091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分布式能力：实现HarmonyOS多设备协同（手机↔平板↔车机无缝流转）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66944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音频可视化：添加频谱动画、波形图等可视化效果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2297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社交功能：评论区、动态广场、好友互关、歌单分享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790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智能推荐：集成推荐算法，基于用户行为个性化推荐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●  性能优化：图片懒加载、列表虚拟化、内存管理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6B6B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97680"/>
            <a:ext cx="3931920" cy="1371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7C7CC"/>
                </a:solidFill>
                <a:latin typeface="Microsoft YaHei"/>
              </a:defRPr>
            </a:pPr>
            <a:r>
              <a:t>23HCIP卓越软件工程师2班  |  2023103011053  |  刘巧玲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8E93"/>
                </a:solidFill>
                <a:latin typeface="Microsoft YaHei"/>
              </a:defRPr>
            </a:pPr>
            <a:r>
              <a:t>Royal Music — 基于HarmonyOS的鸿蒙音乐播放器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1887</Words>
  <Application>Microsoft Office PowerPoint</Application>
  <PresentationFormat>宽屏</PresentationFormat>
  <Paragraphs>304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巧玲 刘</cp:lastModifiedBy>
  <cp:revision>6</cp:revision>
  <dcterms:created xsi:type="dcterms:W3CDTF">2013-01-27T09:14:16Z</dcterms:created>
  <dcterms:modified xsi:type="dcterms:W3CDTF">2026-06-11T07:11:12Z</dcterms:modified>
  <cp:category/>
</cp:coreProperties>
</file>